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TokenSentinel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Autonomous AI Gateway for Enterprise TokenOps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9601200" cy="64008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Route, govern, and optimize every AI token across providers, teams, and budgets — autonomously.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AB5"/>
                </a:solidFill>
                <a:latin typeface="Calibri"/>
              </a:defRPr>
            </a:pPr>
            <a:r>
              <a:t>Open Source  ·  Apache 2.0  ·  Enterprise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AB5"/>
                </a:solidFill>
                <a:latin typeface="Calibri"/>
              </a:defRPr>
            </a:pPr>
            <a:r>
              <a:t>Polyglot: Rust · Go · Erlang · Java ·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AB5"/>
                </a:solidFill>
                <a:latin typeface="Calibri"/>
              </a:defRPr>
            </a:pPr>
            <a:r>
              <a:t>tejas163/TokenSentinel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AI Cost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LLM bills arrive as a single lump sum — no breakdown by team, model, or project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Engineers pick the most expensive model by default — no cost awareness at the call site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way to enforce budgets across teams — one runaway prompt can blow the monthly budget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Switching providers means rewriting integration code — vendor lock-in is real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visibility into usage anomalies until the bill arrives 30 days later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FinOps teams have no tools — they get a spreadsheet and a prayer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TokenSentinel?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057400"/>
            <a:ext cx="36576" cy="365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Smart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Routes every LLM request to the optimal provider and model based on cost, latency, and capability. Budget-aware routing auto-degrades to cheaper models when budgets are tight.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37360"/>
            <a:ext cx="3474720" cy="41148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79" y="2057400"/>
            <a:ext cx="36576" cy="365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Cost Governor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65176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Tracks every token in real time. Per-request cost annotations. Per-team budgets enforced at the routing layer. Slack/Teams digest keeps everyone informed.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474720" cy="41148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2057400"/>
            <a:ext cx="36576" cy="365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Autonomous 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65176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Detects spend anomalies with 3-sigma analysis. Evolves prompt templates for better performance. Generates prescriptive savings recommendations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"/>
            <a:ext cx="10515600" cy="155448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731520"/>
            <a:ext cx="36576" cy="1188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685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Layer 1: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AB5"/>
                </a:solidFill>
                <a:latin typeface="Calibri"/>
              </a:defRPr>
            </a:pPr>
            <a:r>
              <a:t>Rust Proxy · Port 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TLS termination, API key / JWT auth, sliding-window rate limiting, 10MB body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AB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515600" cy="155448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651760"/>
            <a:ext cx="36576" cy="1188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Layer 2: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AB5"/>
                </a:solidFill>
                <a:latin typeface="Calibri"/>
              </a:defRPr>
            </a:pPr>
            <a:r>
              <a:t>Go Router · Port 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37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Route resolution, weighted provider selection, circuit breaker, retry + backoff, budget-aware routing, autonomous model selection, in-memory route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AB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515600" cy="155448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4572000"/>
            <a:ext cx="36576" cy="1188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Layer 3: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AB5"/>
                </a:solidFill>
                <a:latin typeface="Calibri"/>
              </a:defRPr>
            </a:pPr>
            <a:r>
              <a:t>Cost Dashboard · Port 3001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Cost aggregation API, anomaly detection (3-sigma), prescriptive engine, continuous optimization, SSE live streaming, Slack/Teams digest, PDF/CSV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AB5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309360"/>
            <a:ext cx="10515600" cy="155448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6492240"/>
            <a:ext cx="36576" cy="1188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Layer 4: Data &amp; 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6812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AB5"/>
                </a:solidFill>
                <a:latin typeface="Calibri"/>
              </a:defRPr>
            </a:pPr>
            <a:r>
              <a:t>Redis + PostgreSQL + Erlang 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7178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Redis: routing, rate limits, pub/sub events. PostgreSQL: cost history, assessments, alerts. Erlang: health heartbeats every 30s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Cost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Per-request cost tracking — every proxy records model, tokens, provider, timestamp, and team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Response header cost annotations: X-Cost-Cents and X-Model-Used on every response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Real-time dashboard with live SSE streaming — cost data appears the moment a request finishes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Per-team monthly token budgets enforced at the routing layer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Budget threshold webhooks — get alerted before teams hit their limits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Slack / Teams cost digest — automated periodic summaries with model-level breakdowns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Data retention with automatic pruning (90-day configurable window)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CSV and PDF report exports for finance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Intelligent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Autonomous model selection — prompt length analysis picks the optimal tier from 20+ models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Budget-aware routing — auto-reroute to cheapest provider when team budget exceeds threshold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Weighted random provider selection — distribute traffic across upstreams by configurable weight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Circuit breaker — per-provider: 5 consecutive failures opens the circuit for 30s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Retry with exponential backoff + jitter — 2 retries per failed request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Redis-backed route resolution with in-memory cache (60s TTL) for self-healing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Provider-agnostic — route to OpenAI, Anthropic, or any OpenAI-compatible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Autonomous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Anomaly detection — 3-sigma sliding window flags cost spikes within 15 minutes, no human needed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Prescriptive engine — generates cost-saving recommendations for model substitutions, GPU sizing, provider switching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Continuous optimization — background goroutines monitor spend trends, track savings events, send alerts automatically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What-if simulator — interactive sliders let you model cost impact of changing providers or request volumes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Alert lifecycle management — dashboard toasts, HMAC-signed webhooks, SMTP/STARTTLS email with cooldowns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Evolutionary prompt optimization — genetic algorithm evolves prompt templates for better cost-performance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Enterprise SDK —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Auto-configured Spring Boot Starter — zero-config integration for Java teams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10 @Tool-annotated methods auto-registered as Spring AI ToolCallback beans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Tools: cost summaries, model costs, anomalies, teams, budgets, budget rules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Micrometer metrics — counters, distribution summaries, timers for every operation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Rate-limited REST clients with retry and auth — production hardened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21 unit tests — production-grade confidence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Perfect for Java/Spring Boot enterprises already using Spring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MCP Agentic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Model Context Protocol (MCP) HTTP transport — SSE + POST /message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11 MCP tools exposed: cost, assessment, what-if, budget, reports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Budget-aware access control — blocks tool calls for teams exceeding budget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Data scoping — API keys mapped to teams, all data access scoped automatically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JWT identity middleware with team extraction and propagation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41 tests (27 unit + 14 integration) — enterprise-grade reliability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Lets AI agents access TokenSentinel data through a standardized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Open Source?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Full Apache 2.0 license — no hidden enterprise features, no bait-and-switch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Self-hosted — your data never touches a third-party cloud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Auditable — every line of code is visible, every cost calculation is transparent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Extensible — add custom providers, routing logic, or dashboard panels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Community-driven — built by and for engineering teams that use LLMs in production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No vendor lock-in — switch between community, team, or enterprise tiers on your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303520" cy="18288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TokenSentinel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Open Source · Self-Hosted</a:t>
            </a:r>
            <a:br/>
            <a:r>
              <a:t>Full control of data</a:t>
            </a:r>
            <a:br/>
            <a:r>
              <a:t>Polyglot architecture</a:t>
            </a:r>
            <a:br/>
            <a:r>
              <a:t>Autonomous operations</a:t>
            </a:r>
            <a:br/>
            <a:r>
              <a:t>Community + Paid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5303520" cy="18288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89AB5"/>
                </a:solidFill>
                <a:latin typeface="Calibri"/>
              </a:defRPr>
            </a:pPr>
            <a:r>
              <a:t>Portkey / Helicone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Closed-source SaaS</a:t>
            </a:r>
            <a:br/>
            <a:r>
              <a:t>Data leaves your network</a:t>
            </a:r>
            <a:br/>
            <a:r>
              <a:t>Single-language proxy</a:t>
            </a:r>
            <a:br/>
            <a:r>
              <a:t>Manual alerting only</a:t>
            </a:r>
            <a:br/>
            <a:r>
              <a:t>SaaS-only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20624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gateway and dashboard</a:t>
            </a:r>
            <a:br/>
            <a:r>
              <a:t>All routing features</a:t>
            </a:r>
            <a:br/>
            <a:r>
              <a:t>Cost tracking and annotations</a:t>
            </a:r>
            <a:br/>
            <a:r>
              <a:t>SDKs (Java, Python)</a:t>
            </a:r>
            <a:br/>
            <a:r>
              <a:t>Community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737360"/>
            <a:ext cx="3474720" cy="420624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474720" cy="54864"/>
          </a:xfrm>
          <a:prstGeom prst="rect">
            <a:avLst/>
          </a:prstGeom>
          <a:solidFill>
            <a:srgbClr val="4FA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1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FA8EA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19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$999/mo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310896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Everything in Community</a:t>
            </a:r>
            <a:br/>
            <a:r>
              <a:t>SSO / SAML</a:t>
            </a:r>
            <a:br/>
            <a:r>
              <a:t>Audit logs</a:t>
            </a:r>
            <a:br/>
            <a:r>
              <a:t>Priority support</a:t>
            </a:r>
            <a:br/>
            <a:r>
              <a:t>Custom rate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474720" cy="420624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A623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0896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Everything in Team</a:t>
            </a:r>
            <a:br/>
            <a:r>
              <a:t>On-prem deployment</a:t>
            </a:r>
            <a:br/>
            <a:r>
              <a:t>Dedicated support</a:t>
            </a:r>
            <a:br/>
            <a:r>
              <a:t>SLA guarantees</a:t>
            </a:r>
            <a:br/>
            <a:r>
              <a:t>Custom policies</a:t>
            </a:r>
            <a:br/>
            <a:r>
              <a:t>Managed cloud option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TokenSentinel?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128016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965960"/>
            <a:ext cx="36576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Polyglot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860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Rust for edge performance, Go for routing, Erlang for reliability, Java for enterprise, Python for ML. Each service in its optimal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303520" cy="128016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965960"/>
            <a:ext cx="36576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Truly Autonomous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2860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Budget-aware routing degrades gracefully. Model selection adapts to prompt complexity. Optimization runs without 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39"/>
            <a:ext cx="5303520" cy="128016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520439"/>
            <a:ext cx="36576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47471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FinOps 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4047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Not just a proxy. Cost tracking, anomaly detection, prescriptive recommendations, what-if simulations, budget enforcement, savings tracking — the full lifecycle.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39"/>
            <a:ext cx="5303520" cy="128016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520439"/>
            <a:ext cx="36576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47471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MCP-Native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84047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One of the first open-source gateways with Model Context Protocol support. AI agents talk to your cost infrastructure through a standardized protocol.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5303520" cy="128016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5074920"/>
            <a:ext cx="36576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029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Enterprise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949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Spring Boot Starter with Spring AI @Tool integration. Micrometer metrics. Java teams get production-grade integration in one dependency.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46320"/>
            <a:ext cx="5303520" cy="128016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5074920"/>
            <a:ext cx="36576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5029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Completely Open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949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 black boxes. Apache 2.0. Self-host or use our tier. Your data, your control.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7315200" cy="4572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874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alibri"/>
              </a:defRPr>
            </a:pPr>
            <a:r>
              <a:t>git clone https://github.com/tejas163/TokenSentinel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834640"/>
            <a:ext cx="7315200" cy="4572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880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alibri"/>
              </a:defRPr>
            </a:pPr>
            <a:r>
              <a:t>docker compose up — starts all 7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8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840480"/>
            <a:ext cx="7315200" cy="4572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886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alibri"/>
              </a:defRPr>
            </a:pPr>
            <a:r>
              <a:t>Point your LLM client at localhost:3000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46320"/>
            <a:ext cx="457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Govern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846320"/>
            <a:ext cx="7315200" cy="45720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4892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alibri"/>
              </a:defRPr>
            </a:pPr>
            <a:r>
              <a:t>Set team budgets, configure routes, enable auto-selection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AB5"/>
                </a:solidFill>
                <a:latin typeface="Calibri"/>
              </a:defRPr>
            </a:pPr>
            <a:r>
              <a:t>Also available: Python SDK (pip install tokensentinel), Spring Boot Starter, and comprehensive docs at tokensentinel.io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  <a:latin typeface="Calibri"/>
              </a:defRPr>
            </a:pPr>
            <a:r>
              <a:t>github.com/tejas163/TokenSentinel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AB5"/>
                </a:solidFill>
                <a:latin typeface="Calibri"/>
              </a:defRPr>
            </a:pPr>
            <a:r>
              <a:t>Open Source  ·  Apache 2.0  ·  Enterprise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4572000" cy="548640"/>
          </a:xfrm>
          <a:prstGeom prst="round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CCCC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AB5"/>
                </a:solidFill>
                <a:latin typeface="Calibri"/>
              </a:defRPr>
            </a:pPr>
            <a:r>
              <a:t>TokenSentinel.io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AB5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